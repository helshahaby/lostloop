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6fd516d0034b4d" /><Relationship Type="http://schemas.openxmlformats.org/officeDocument/2006/relationships/extended-properties" Target="/docProps/app.xml" Id="R1512b41689774f9b" /><Relationship Type="http://schemas.openxmlformats.org/officeDocument/2006/relationships/officeDocument" Target="/ppt/presentation.xml" Id="R7ea80da37489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147e3f19a4bb7"/>
  </p:sldMasterIdLst>
  <p:notesMasterIdLst>
    <p:notesMasterId xmlns:r="http://schemas.openxmlformats.org/officeDocument/2006/relationships" r:id="Rcff3d60d49934d63"/>
  </p:notesMasterIdLst>
  <p:sldIdLst>
    <p:sldId xmlns:r="http://schemas.openxmlformats.org/officeDocument/2006/relationships" id="256" r:id="R06235d8b9026431a"/>
    <p:sldId xmlns:r="http://schemas.openxmlformats.org/officeDocument/2006/relationships" id="257" r:id="Rf7a042e34eac45f1"/>
    <p:sldId xmlns:r="http://schemas.openxmlformats.org/officeDocument/2006/relationships" id="258" r:id="R2342f5396f604688"/>
    <p:sldId xmlns:r="http://schemas.openxmlformats.org/officeDocument/2006/relationships" id="259" r:id="Rb279c179b056400e"/>
    <p:sldId xmlns:r="http://schemas.openxmlformats.org/officeDocument/2006/relationships" id="260" r:id="R37b6f5004c124610"/>
    <p:sldId xmlns:r="http://schemas.openxmlformats.org/officeDocument/2006/relationships" id="261" r:id="R3968a388bef842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8668ac387b4496" /><Relationship Type="http://schemas.openxmlformats.org/officeDocument/2006/relationships/slideMaster" Target="/ppt/slideMasters/slideMaster1.xml" Id="R388147e3f19a4bb7" /><Relationship Type="http://schemas.openxmlformats.org/officeDocument/2006/relationships/notesMaster" Target="/ppt/notesMasters/notesMaster1.xml" Id="Rcff3d60d49934d63" /><Relationship Type="http://schemas.openxmlformats.org/officeDocument/2006/relationships/presProps" Target="/ppt/presProps.xml" Id="R467467bfcf9445b0" /><Relationship Type="http://schemas.openxmlformats.org/officeDocument/2006/relationships/tableStyles" Target="/ppt/tableStyles.xml" Id="Rdfabd9e5aa3642ee" /><Relationship Type="http://schemas.openxmlformats.org/officeDocument/2006/relationships/slide" Target="/ppt/slides/slide1.xml" Id="R06235d8b9026431a" /><Relationship Type="http://schemas.openxmlformats.org/officeDocument/2006/relationships/slide" Target="/ppt/slides/slide2.xml" Id="Rf7a042e34eac45f1" /><Relationship Type="http://schemas.openxmlformats.org/officeDocument/2006/relationships/slide" Target="/ppt/slides/slide3.xml" Id="R2342f5396f604688" /><Relationship Type="http://schemas.openxmlformats.org/officeDocument/2006/relationships/slide" Target="/ppt/slides/slide4.xml" Id="Rb279c179b056400e" /><Relationship Type="http://schemas.openxmlformats.org/officeDocument/2006/relationships/slide" Target="/ppt/slides/slide5.xml" Id="R37b6f5004c124610" /><Relationship Type="http://schemas.openxmlformats.org/officeDocument/2006/relationships/slide" Target="/ppt/slides/slide6.xml" Id="R3968a388bef842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b2da8542148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d276d65f2455e" /><Relationship Type="http://schemas.openxmlformats.org/officeDocument/2006/relationships/notesMaster" Target="/ppt/notesMasters/notesMaster1.xml" Id="R0ffa62afb22947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00a74c002046c2" /><Relationship Type="http://schemas.openxmlformats.org/officeDocument/2006/relationships/notesMaster" Target="/ppt/notesMasters/notesMaster1.xml" Id="Rb30c916a3cd34f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105829c0074ed5" /><Relationship Type="http://schemas.openxmlformats.org/officeDocument/2006/relationships/notesMaster" Target="/ppt/notesMasters/notesMaster1.xml" Id="Ra5c7359b19ea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105e9566d6422f" /><Relationship Type="http://schemas.openxmlformats.org/officeDocument/2006/relationships/notesMaster" Target="/ppt/notesMasters/notesMaster1.xml" Id="Ree35ee3d77d1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01600278db413d" /><Relationship Type="http://schemas.openxmlformats.org/officeDocument/2006/relationships/notesMaster" Target="/ppt/notesMasters/notesMaster1.xml" Id="R2045d699fdfb46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6d2d49692d43a8" /><Relationship Type="http://schemas.openxmlformats.org/officeDocument/2006/relationships/notesMaster" Target="/ppt/notesMasters/notesMaster1.xml" Id="R5438925e525f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App: https://itemlostandfound.lovable.app</a:t>
            </a:r>
          </a:p>
          <a:p xmlns:a="http://schemas.openxmlformats.org/drawingml/2006/main">
            <a:r>
              <a:t>Video: https://youtu.be/P0A6O4n_xd8</a:t>
            </a:r>
          </a:p>
          <a:p xmlns:a="http://schemas.openxmlformats.org/drawingml/2006/main">
            <a:r>
              <a:t>Presenter: Hossam Elshahaby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for event venues, campuses and workplaces. No quantified market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app homepage, /found and /claim inspected 4 October 2026. Search and verification question observed in a demo run. Handover and return tracking are app-described workflow, not end-to-end validated here. Gemini attribution appears in the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benefits, not measured outcomes. Pilot should measure recovery time, confirmed returns, false claims and staff effort.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app screenshots captured 4 October 2026. Backpack is explicitly labelled demo data on the homepage. Demo input: I lost a black backpack with a red keychain. Observed: two candidates and a verification question. No ownership or handover completion claimed. Open https://itemlostandfound.lovable.app or video https://youtu.be/P0A6O4n_xd8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7e15c321243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7642b167846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0a7f11d7f4a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a70c52c0f45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91b18b2234a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d95ff49d747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E3772B0-9229-4B9C-8A3A-76A9DB4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D51BB6-D825-4E24-BE99-FC29FB03D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A0EEB95-3B77-46AF-A426-962A3FF6B2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66D768-9ABA-4D59-A279-38DB467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7215AE-96D2-49EC-A428-A6CD18910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1A5C044-BABB-4EF5-9ADC-83220019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96D5DE-8ACC-4C75-B328-0819E37CC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CC8F1BE-1833-4BFC-9E7A-17B2F2433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E1B5B56-887B-45C0-B995-376BBB02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59BD68-C7A5-42BA-A554-814247E60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C754F8-6412-4B9A-8799-EE7AA93E7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6DAAAF-2357-4253-8101-FE49E6972A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8378503-AB14-46CD-A7C3-A42791D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A8A9BD-896F-4957-A27C-D6C23A4EA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8822F7-DD8C-4085-852D-596EE9B57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7cab462534b54" /><Relationship Type="http://schemas.openxmlformats.org/officeDocument/2006/relationships/slideLayout" Target="/ppt/slideLayouts/slideLayout1.xml" Id="R16888009ccd94abc" /><Relationship Type="http://schemas.openxmlformats.org/officeDocument/2006/relationships/slideLayout" Target="/ppt/slideLayouts/slideLayout2.xml" Id="Rf7848acce5d54e03" /><Relationship Type="http://schemas.openxmlformats.org/officeDocument/2006/relationships/slideLayout" Target="/ppt/slideLayouts/slideLayout3.xml" Id="R3d7de374750e4033" /><Relationship Type="http://schemas.openxmlformats.org/officeDocument/2006/relationships/slideLayout" Target="/ppt/slideLayouts/slideLayout4.xml" Id="Rebea95f695d14471" /><Relationship Type="http://schemas.openxmlformats.org/officeDocument/2006/relationships/slideLayout" Target="/ppt/slideLayouts/slideLayout5.xml" Id="R26f07141f451484a" /><Relationship Type="http://schemas.openxmlformats.org/officeDocument/2006/relationships/slideLayout" Target="/ppt/slideLayouts/slideLayout6.xml" Id="Rfe8267db30de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888009ccd94abc"/>
    <p:sldLayoutId xmlns:r="http://schemas.openxmlformats.org/officeDocument/2006/relationships" id="2147483650" r:id="Rf7848acce5d54e03"/>
    <p:sldLayoutId xmlns:r="http://schemas.openxmlformats.org/officeDocument/2006/relationships" id="2147483651" r:id="R3d7de374750e4033"/>
    <p:sldLayoutId xmlns:r="http://schemas.openxmlformats.org/officeDocument/2006/relationships" id="2147483652" r:id="Rebea95f695d14471"/>
    <p:sldLayoutId xmlns:r="http://schemas.openxmlformats.org/officeDocument/2006/relationships" id="2147483653" r:id="R26f07141f451484a"/>
    <p:sldLayoutId xmlns:r="http://schemas.openxmlformats.org/officeDocument/2006/relationships" id="2147483654" r:id="Rfe8267db30de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6821dc0d745f4" /><Relationship Type="http://schemas.openxmlformats.org/officeDocument/2006/relationships/notesSlide" Target="/ppt/notesSlides/notesSlide1.xml" Id="Rf31bb7922b734d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0804bee154e19" /><Relationship Type="http://schemas.openxmlformats.org/officeDocument/2006/relationships/notesSlide" Target="/ppt/notesSlides/notesSlide2.xml" Id="R46d56f7275d04a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39c794aaf427c" /><Relationship Type="http://schemas.openxmlformats.org/officeDocument/2006/relationships/notesSlide" Target="/ppt/notesSlides/notesSlide3.xml" Id="Rd4ef5bb2a1d4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abc79b3544b2c" /><Relationship Type="http://schemas.openxmlformats.org/officeDocument/2006/relationships/notesSlide" Target="/ppt/notesSlides/notesSlide4.xml" Id="R58f63717a5404f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90aeede364688" /><Relationship Type="http://schemas.openxmlformats.org/officeDocument/2006/relationships/image" Target="/ppt/media/image.jpeg" Id="Raac3176743ab4378" /><Relationship Type="http://schemas.openxmlformats.org/officeDocument/2006/relationships/image" Target="/ppt/media/image2.jpeg" Id="R9cb9bc64083d4a29" /><Relationship Type="http://schemas.openxmlformats.org/officeDocument/2006/relationships/notesSlide" Target="/ppt/notesSlides/notesSlide5.xml" Id="R4f874034f85b4a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15b49b5bf4ccb" /><Relationship Type="http://schemas.openxmlformats.org/officeDocument/2006/relationships/notesSlide" Target="/ppt/notesSlides/notesSlide6.xml" Id="Re3f9e7551ca7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EC57B-8ECB-4D7E-BEC7-424B8ECD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LostLoop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7D3D7-60BF-42FA-81A2-7BDD551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6F17C-0B8B-4FE0-9D8C-8FECC2F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0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rPr>
              <a:t>AI lost &amp; found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23022-532B-4BA6-9F4B-0C8BB48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A photo. A description.</a:t>
            </a:r>
          </a:p>
          <a:p xmlns:a="http://schemas.openxmlformats.org/drawingml/2006/main">
            <a:pPr>
              <a:defRPr sz="360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A verified reunion.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8446B-78BC-4F34-87F1-6E075637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Hossam Elshahaby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B2927-454D-4E3E-8D35-C0970609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Agentic AI Hack · Stockholm · 3 October 2026</a:t>
            </a:r>
          </a:p>
        </p:txBody>
      </p:sp>
    </p:spTree>
    <p:extLst>
      <p:ext uri="{BB962C8B-B14F-4D97-AF65-F5344CB8AC3E}">
        <p14:creationId xmlns:p14="http://schemas.microsoft.com/office/powerpoint/2010/main" val="8534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0EFD5-E7DD-40A0-9D40-44AA581E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42B3-0B38-4816-8267-685B9479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CC3D-6EC6-497D-8DEF-C097F608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rPr>
              <a:t>Finding an item is only half the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CA885-9B40-40E4-8317-50933D7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Owners search scattered posts and reception desks.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2C952-9C42-4F98-AF7F-B26AAA8A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Staff repeatedly compare vague descriptions.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CB3A3-8A31-468F-9563-C8D4619B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A convincing description alone does not prove ownership.</a:t>
            </a:r>
          </a:p>
        </p:txBody>
      </p:sp>
    </p:spTree>
    <p:extLst>
      <p:ext uri="{BB962C8B-B14F-4D97-AF65-F5344CB8AC3E}">
        <p14:creationId xmlns:p14="http://schemas.microsoft.com/office/powerpoint/2010/main" val="7986846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42334-2A71-43D2-A4E0-B127093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Solution and app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3DF81-B115-4F5E-830A-D599DE5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E707B-2D24-46DC-BEAA-B0D4996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rPr>
              <a:t>An agent guides the recovery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1279C-21C3-4B0B-B774-F529C512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01  Photo reporting and AI-assisted listing drafts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48028-89BB-4307-9755-962F3364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02  Natural-language search for a lost 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FB818-0C34-4C00-84D0-4490DD2F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03  A private detail supports ownership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8D13F-BB9C-4446-B12F-38B1FA8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04  Live activity log explains the agent’s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0522E-C465-41E2-95C4-FDA5854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05  Handover and return tracking complete the workflow</a:t>
            </a:r>
          </a:p>
        </p:txBody>
      </p:sp>
    </p:spTree>
    <p:extLst>
      <p:ext uri="{BB962C8B-B14F-4D97-AF65-F5344CB8AC3E}">
        <p14:creationId xmlns:p14="http://schemas.microsoft.com/office/powerpoint/2010/main" val="7040819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03BB0-C166-4301-8A9D-AA43C0FB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Impact and real-world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E249-C465-43AF-BED8-54F1D652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26AEB-DC13-4B31-8910-FCC17AC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rPr>
              <a:t>A venue can manage each case in one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74E8-3E8F-4A62-95A0-E0E6556D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For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1464C-166B-412C-A7B1-9CF87EE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Describe the loss once and receive a focused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1770E-24DB-4A54-9776-E8177E0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For reception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49A4F-10E9-4F11-97B7-A06D88D6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Review candidate matches and verification before a handover.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D7FAA-67E2-47A4-AF00-133878A1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Pilot measures: recovery time, successful returns, staff minutes per case</a:t>
            </a:r>
          </a:p>
        </p:txBody>
      </p:sp>
    </p:spTree>
    <p:extLst>
      <p:ext uri="{BB962C8B-B14F-4D97-AF65-F5344CB8AC3E}">
        <p14:creationId xmlns:p14="http://schemas.microsoft.com/office/powerpoint/2010/main" val="15392237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67B1-394D-41C5-86AB-910FAF72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Demo: search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52D2B-A00E-45FE-BC67-992ED757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3176743ab4378"/>
          <a:stretch xmlns:a="http://schemas.openxmlformats.org/drawingml/2006/main"/>
        </p:blipFill>
        <p:spPr>
          <a:xfrm xmlns:a="http://schemas.openxmlformats.org/drawingml/2006/main">
            <a:off x="428625" y="2391213"/>
            <a:ext cx="3714750" cy="2551824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9bc64083d4a29"/>
          <a:stretch xmlns:a="http://schemas.openxmlformats.org/drawingml/2006/main"/>
        </p:blipFill>
        <p:spPr>
          <a:xfrm xmlns:a="http://schemas.openxmlformats.org/drawingml/2006/main">
            <a:off x="4523706" y="1381125"/>
            <a:ext cx="7002212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F6327-B508-45DE-9926-C45EFF4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1. Report a find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7A459-BF95-45E0-8143-DE1667F1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9125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2. Agent searches and asks a private-detail question</a:t>
            </a:r>
          </a:p>
        </p:txBody>
      </p:sp>
    </p:spTree>
    <p:extLst>
      <p:ext uri="{BB962C8B-B14F-4D97-AF65-F5344CB8AC3E}">
        <p14:creationId xmlns:p14="http://schemas.microsoft.com/office/powerpoint/2010/main" val="11212020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9572-967E-4B82-89B6-7413F9A3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53494-FC96-4845-AAAD-E6313C0E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7716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15947-BAFA-4E36-862A-BEFBBBCF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100" b="1">
                <a:solidFill>
                  <a:srgbClr val="E77A61"/>
                </a:solidFill>
                <a:latin typeface="Bitstream Charter"/>
                <a:ea typeface="Bitstream Charter"/>
                <a:cs typeface="Bitstream Charter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B4CAD-2DC6-4E1E-B579-6B53A46C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Hossam Elshahaby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69B89-1210-4BD1-8B36-D3B46AC6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Try the app</a:t>
            </a:r>
          </a:p>
          <a:p xmlns:a="http://schemas.openxmlformats.org/drawingml/2006/main">
            <a:pPr>
              <a:def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https://itemlostandfound.lovable.app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8F439-585C-45BE-A8A4-AB1148AE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Watch the demo</a:t>
            </a:r>
          </a:p>
          <a:p xmlns:a="http://schemas.openxmlformats.org/drawingml/2006/main">
            <a:pPr>
              <a:def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23D3A"/>
                </a:solidFill>
                <a:latin typeface="Bitstream Charter"/>
                <a:ea typeface="Bitstream Charter"/>
                <a:cs typeface="Bitstream Charter"/>
              </a:rPr>
              <a:t>https://youtu.be/P0A6O4n_xd8</a:t>
            </a:r>
          </a:p>
        </p:txBody>
      </p:sp>
    </p:spTree>
    <p:extLst>
      <p:ext uri="{BB962C8B-B14F-4D97-AF65-F5344CB8AC3E}">
        <p14:creationId xmlns:p14="http://schemas.microsoft.com/office/powerpoint/2010/main" val="16708019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2026-10-03T23:59:32.0990000Z</dcterms:created>
  <dcterms:modified xsi:type="dcterms:W3CDTF">2026-10-03T23:59:32.0990000Z</dcterms:modified>
</coreProperties>
</file>